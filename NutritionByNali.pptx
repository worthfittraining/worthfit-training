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280160"/>
            <a:ext cx="4114800" cy="4114800"/>
          </a:xfrm>
          <a:prstGeom prst="ellipse">
            <a:avLst/>
          </a:prstGeom>
          <a:solidFill>
            <a:srgbClr val="172F1E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-548640"/>
            <a:ext cx="2743200" cy="2743200"/>
          </a:xfrm>
          <a:prstGeom prst="ellipse">
            <a:avLst/>
          </a:prstGeom>
          <a:solidFill>
            <a:srgbClr val="1E3D27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172F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by Nali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81635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Nutrition Coach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82880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930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nutritionbynali.com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6A3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9456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Nutrition Is Harder Than It Should Be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give up — not because they lack willpower, but because the tools don't work for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57860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373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15768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Cookie-cutter plans that ignore your real life, preferences, and goals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572768"/>
            <a:ext cx="257860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17373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1568" y="2331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feels like a chore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715768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10 minutes searching databases for a simple meal kills momentum fast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572768"/>
            <a:ext cx="2578608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17373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🤷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08776" y="2331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accountability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2715768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track numbers but can't answer questions, give feedback, or adapt to your progress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6268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fixes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MEET NALI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AI Nutrition Coach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128016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2637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✓</a:t>
            </a:r>
            <a:endParaRPr lang="en-US" sz="324" dirty="0"/>
          </a:p>
        </p:txBody>
      </p:sp>
      <p:sp>
        <p:nvSpPr>
          <p:cNvPr id="7" name="Text 5"/>
          <p:cNvSpPr/>
          <p:nvPr/>
        </p:nvSpPr>
        <p:spPr>
          <a:xfrm>
            <a:off x="1078992" y="12984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macro and calorie — automatically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" y="182880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81234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✓</a:t>
            </a:r>
            <a:endParaRPr lang="en-US" sz="324" dirty="0"/>
          </a:p>
        </p:txBody>
      </p:sp>
      <p:sp>
        <p:nvSpPr>
          <p:cNvPr id="10" name="Text 8"/>
          <p:cNvSpPr/>
          <p:nvPr/>
        </p:nvSpPr>
        <p:spPr>
          <a:xfrm>
            <a:off x="1078992" y="18470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your nutrition questions in real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37744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3609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✓</a:t>
            </a:r>
            <a:endParaRPr lang="en-US" sz="324" dirty="0"/>
          </a:p>
        </p:txBody>
      </p:sp>
      <p:sp>
        <p:nvSpPr>
          <p:cNvPr id="13" name="Text 11"/>
          <p:cNvSpPr/>
          <p:nvPr/>
        </p:nvSpPr>
        <p:spPr>
          <a:xfrm>
            <a:off x="1078992" y="23957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personalized meal plans just for you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" y="292608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290962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✓</a:t>
            </a:r>
            <a:endParaRPr lang="en-US" sz="324" dirty="0"/>
          </a:p>
        </p:txBody>
      </p:sp>
      <p:sp>
        <p:nvSpPr>
          <p:cNvPr id="16" name="Text 14"/>
          <p:cNvSpPr/>
          <p:nvPr/>
        </p:nvSpPr>
        <p:spPr>
          <a:xfrm>
            <a:off x="1078992" y="29443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food from photos, barcodes, or a description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" y="347472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4582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✓</a:t>
            </a:r>
            <a:endParaRPr lang="en-US" sz="324" dirty="0"/>
          </a:p>
        </p:txBody>
      </p:sp>
      <p:sp>
        <p:nvSpPr>
          <p:cNvPr id="19" name="Text 17"/>
          <p:cNvSpPr/>
          <p:nvPr/>
        </p:nvSpPr>
        <p:spPr>
          <a:xfrm>
            <a:off x="1078992" y="34930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goals, preferences, and progress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" y="402336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" y="4006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✓</a:t>
            </a:r>
            <a:endParaRPr lang="en-US" sz="324" dirty="0"/>
          </a:p>
        </p:txBody>
      </p:sp>
      <p:sp>
        <p:nvSpPr>
          <p:cNvPr id="22" name="Text 20"/>
          <p:cNvSpPr/>
          <p:nvPr/>
        </p:nvSpPr>
        <p:spPr>
          <a:xfrm>
            <a:off x="1078992" y="40416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device — iOS, Android, or desktop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685800"/>
            <a:ext cx="1691640" cy="3630168"/>
          </a:xfrm>
          <a:prstGeom prst="roundRect">
            <a:avLst>
              <a:gd name="adj" fmla="val 15135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94576" y="1702247"/>
            <a:ext cx="45720" cy="435620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5504" y="1484437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175504" y="1883755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285232" y="804672"/>
            <a:ext cx="1545336" cy="3392424"/>
          </a:xfrm>
          <a:prstGeom prst="roundRect">
            <a:avLst>
              <a:gd name="adj" fmla="val 13018"/>
            </a:avLst>
          </a:prstGeom>
          <a:solidFill>
            <a:srgbClr val="DCFCE7"/>
          </a:solidFill>
          <a:ln/>
        </p:spPr>
      </p:sp>
      <p:sp>
        <p:nvSpPr>
          <p:cNvPr id="28" name="Shape 26"/>
          <p:cNvSpPr/>
          <p:nvPr/>
        </p:nvSpPr>
        <p:spPr>
          <a:xfrm>
            <a:off x="5939028" y="84124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6732" y="4133088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222949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Dashboard screenshot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78040" y="685800"/>
            <a:ext cx="1691640" cy="3630168"/>
          </a:xfrm>
          <a:prstGeom prst="roundRect">
            <a:avLst>
              <a:gd name="adj" fmla="val 15135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60536" y="1702247"/>
            <a:ext cx="45720" cy="435620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7141464" y="1484437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141464" y="1883755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7251192" y="804672"/>
            <a:ext cx="1545336" cy="3392424"/>
          </a:xfrm>
          <a:prstGeom prst="roundRect">
            <a:avLst>
              <a:gd name="adj" fmla="val 13018"/>
            </a:avLst>
          </a:prstGeom>
          <a:solidFill>
            <a:srgbClr val="DCF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7904988" y="84124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37" name="Shape 35"/>
          <p:cNvSpPr/>
          <p:nvPr/>
        </p:nvSpPr>
        <p:spPr>
          <a:xfrm>
            <a:off x="7822692" y="4133088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7251192" y="222949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Nali chat screenshot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Daily Command Center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you stand — macros, calories, and habits at a glance.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" y="1490472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4740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🎯</a:t>
            </a:r>
            <a:endParaRPr lang="en-US" sz="324" dirty="0"/>
          </a:p>
        </p:txBody>
      </p:sp>
      <p:sp>
        <p:nvSpPr>
          <p:cNvPr id="8" name="Text 6"/>
          <p:cNvSpPr/>
          <p:nvPr/>
        </p:nvSpPr>
        <p:spPr>
          <a:xfrm>
            <a:off x="1078992" y="1508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macro &amp; calorie progress toward your daily targets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" y="2258568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2421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💧</a:t>
            </a:r>
            <a:endParaRPr lang="en-US" sz="324" dirty="0"/>
          </a:p>
        </p:txBody>
      </p:sp>
      <p:sp>
        <p:nvSpPr>
          <p:cNvPr id="11" name="Text 9"/>
          <p:cNvSpPr/>
          <p:nvPr/>
        </p:nvSpPr>
        <p:spPr>
          <a:xfrm>
            <a:off x="1078992" y="22768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 tracker with daily goal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3026664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30102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📋</a:t>
            </a:r>
            <a:endParaRPr lang="en-US" sz="324" dirty="0"/>
          </a:p>
        </p:txBody>
      </p:sp>
      <p:sp>
        <p:nvSpPr>
          <p:cNvPr id="14" name="Text 12"/>
          <p:cNvSpPr/>
          <p:nvPr/>
        </p:nvSpPr>
        <p:spPr>
          <a:xfrm>
            <a:off x="1078992" y="30449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full food log with meal-by-meal breakdown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79476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7783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🏆</a:t>
            </a:r>
            <a:endParaRPr lang="en-US" sz="324" dirty="0"/>
          </a:p>
        </p:txBody>
      </p:sp>
      <p:sp>
        <p:nvSpPr>
          <p:cNvPr id="17" name="Text 15"/>
          <p:cNvSpPr/>
          <p:nvPr/>
        </p:nvSpPr>
        <p:spPr>
          <a:xfrm>
            <a:off x="1078992" y="38130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stats — days logged, protein hit, calorie 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548640"/>
            <a:ext cx="1920240" cy="411480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0456" y="1700784"/>
            <a:ext cx="45720" cy="493776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1453896"/>
            <a:ext cx="45720" cy="370332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1906524"/>
            <a:ext cx="45720" cy="370332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382512" y="667512"/>
            <a:ext cx="1773936" cy="3877056"/>
          </a:xfrm>
          <a:prstGeom prst="roundRect">
            <a:avLst>
              <a:gd name="adj" fmla="val 11340"/>
            </a:avLst>
          </a:prstGeom>
          <a:solidFill>
            <a:srgbClr val="DCFCE7"/>
          </a:solidFill>
          <a:ln/>
        </p:spPr>
      </p:sp>
      <p:sp>
        <p:nvSpPr>
          <p:cNvPr id="23" name="Shape 21"/>
          <p:cNvSpPr/>
          <p:nvPr/>
        </p:nvSpPr>
        <p:spPr>
          <a:xfrm>
            <a:off x="7150608" y="70408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24" name="Shape 22"/>
          <p:cNvSpPr/>
          <p:nvPr/>
        </p:nvSpPr>
        <p:spPr>
          <a:xfrm>
            <a:off x="7068312" y="4480560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295876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Dashboard screenshot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FOOD LOGGING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Food Your Way — In Seconds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methods so there's always a fast path to logging, no matter the situation.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55448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36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📷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2084832"/>
            <a:ext cx="457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176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pic and Nali estimates the meal's macros automatically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39112" y="1389888"/>
            <a:ext cx="155448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536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87752" y="2084832"/>
            <a:ext cx="457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039112" y="2176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30552" y="2532888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any packaged food for instant, accurate nutrition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184" y="1389888"/>
            <a:ext cx="155448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58184" y="1536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306824" y="2084832"/>
            <a:ext cx="457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176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9624" y="2532888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our database or type macros yourself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77256" y="1389888"/>
            <a:ext cx="155448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77256" y="1536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🍳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025896" y="2084832"/>
            <a:ext cx="457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5477256" y="2176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68696" y="2532888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full recipes and log a serving with one tap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96328" y="1389888"/>
            <a:ext cx="155448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96328" y="1536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744968" y="2084832"/>
            <a:ext cx="457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7196328" y="2176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Nali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87768" y="2532888"/>
            <a:ext cx="1371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Nali what you ate — she logs it for you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ASK NALI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Coach Is Always 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is a real nutrition coach available 24/7 — ask anything, tell her what you ate, and she handles the rest.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720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🍔</a:t>
            </a:r>
            <a:endParaRPr lang="en-US" sz="324" dirty="0"/>
          </a:p>
        </p:txBody>
      </p:sp>
      <p:sp>
        <p:nvSpPr>
          <p:cNvPr id="8" name="Text 6"/>
          <p:cNvSpPr/>
          <p:nvPr/>
        </p:nvSpPr>
        <p:spPr>
          <a:xfrm>
            <a:off x="1078992" y="175564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food by description: "I had a Chick-fil-A sandwich for lunch"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" y="2304288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28782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❓</a:t>
            </a:r>
            <a:endParaRPr lang="en-US" sz="324" dirty="0"/>
          </a:p>
        </p:txBody>
      </p:sp>
      <p:sp>
        <p:nvSpPr>
          <p:cNvPr id="11" name="Text 9"/>
          <p:cNvSpPr/>
          <p:nvPr/>
        </p:nvSpPr>
        <p:spPr>
          <a:xfrm>
            <a:off x="1078992" y="232257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nutrition questions with specific, personalized advice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2871216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8547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📊</a:t>
            </a:r>
            <a:endParaRPr lang="en-US" sz="324" dirty="0"/>
          </a:p>
        </p:txBody>
      </p:sp>
      <p:sp>
        <p:nvSpPr>
          <p:cNvPr id="14" name="Text 12"/>
          <p:cNvSpPr/>
          <p:nvPr/>
        </p:nvSpPr>
        <p:spPr>
          <a:xfrm>
            <a:off x="1078992" y="288950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day and suggest adjustments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438144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4216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🗓️</a:t>
            </a:r>
            <a:endParaRPr lang="en-US" sz="324" dirty="0"/>
          </a:p>
        </p:txBody>
      </p:sp>
      <p:sp>
        <p:nvSpPr>
          <p:cNvPr id="17" name="Text 15"/>
          <p:cNvSpPr/>
          <p:nvPr/>
        </p:nvSpPr>
        <p:spPr>
          <a:xfrm>
            <a:off x="1078992" y="345643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plan meals around your preferences and restrictions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" y="4005072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988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🧠</a:t>
            </a:r>
            <a:endParaRPr lang="en-US" sz="324" dirty="0"/>
          </a:p>
        </p:txBody>
      </p:sp>
      <p:sp>
        <p:nvSpPr>
          <p:cNvPr id="20" name="Text 18"/>
          <p:cNvSpPr/>
          <p:nvPr/>
        </p:nvSpPr>
        <p:spPr>
          <a:xfrm>
            <a:off x="1078992" y="402336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memory on Standard · Unlimited on Premium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548640"/>
            <a:ext cx="1920240" cy="411480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0456" y="1700784"/>
            <a:ext cx="45720" cy="493776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272784" y="1453896"/>
            <a:ext cx="45720" cy="370332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2784" y="1906524"/>
            <a:ext cx="45720" cy="370332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667512"/>
            <a:ext cx="1773936" cy="3877056"/>
          </a:xfrm>
          <a:prstGeom prst="roundRect">
            <a:avLst>
              <a:gd name="adj" fmla="val 11340"/>
            </a:avLst>
          </a:prstGeom>
          <a:solidFill>
            <a:srgbClr val="DCFCE7"/>
          </a:solidFill>
          <a:ln/>
        </p:spPr>
      </p:sp>
      <p:sp>
        <p:nvSpPr>
          <p:cNvPr id="26" name="Shape 24"/>
          <p:cNvSpPr/>
          <p:nvPr/>
        </p:nvSpPr>
        <p:spPr>
          <a:xfrm>
            <a:off x="7150608" y="70408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27" name="Shape 25"/>
          <p:cNvSpPr/>
          <p:nvPr/>
        </p:nvSpPr>
        <p:spPr>
          <a:xfrm>
            <a:off x="7068312" y="4480560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2295876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Nali chat screenshot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MEAL PLANNING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Meal Plans Built Around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Googling what to eat. Nali creates a full week of meals that fit your macros, taste, and lifestyle.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" y="155448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53802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🎯</a:t>
            </a:r>
            <a:endParaRPr lang="en-US" sz="324" dirty="0"/>
          </a:p>
        </p:txBody>
      </p:sp>
      <p:sp>
        <p:nvSpPr>
          <p:cNvPr id="8" name="Text 6"/>
          <p:cNvSpPr/>
          <p:nvPr/>
        </p:nvSpPr>
        <p:spPr>
          <a:xfrm>
            <a:off x="1078992" y="15727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Macro-matched to your exact daily targets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" y="2212848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1963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🚫</a:t>
            </a:r>
            <a:endParaRPr lang="en-US" sz="324" dirty="0"/>
          </a:p>
        </p:txBody>
      </p:sp>
      <p:sp>
        <p:nvSpPr>
          <p:cNvPr id="11" name="Text 9"/>
          <p:cNvSpPr/>
          <p:nvPr/>
        </p:nvSpPr>
        <p:spPr>
          <a:xfrm>
            <a:off x="1078992" y="223113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dietary restrictions and dislikes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2871216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8547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🛒</a:t>
            </a:r>
            <a:endParaRPr lang="en-US" sz="324" dirty="0"/>
          </a:p>
        </p:txBody>
      </p:sp>
      <p:sp>
        <p:nvSpPr>
          <p:cNvPr id="14" name="Text 12"/>
          <p:cNvSpPr/>
          <p:nvPr/>
        </p:nvSpPr>
        <p:spPr>
          <a:xfrm>
            <a:off x="1078992" y="28895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grocery list (Premium)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529584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5131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🍽️</a:t>
            </a:r>
            <a:endParaRPr lang="en-US" sz="324" dirty="0"/>
          </a:p>
        </p:txBody>
      </p:sp>
      <p:sp>
        <p:nvSpPr>
          <p:cNvPr id="17" name="Text 15"/>
          <p:cNvSpPr/>
          <p:nvPr/>
        </p:nvSpPr>
        <p:spPr>
          <a:xfrm>
            <a:off x="1078992" y="35478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recipes with full instructions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" y="4187952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41714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🔄</a:t>
            </a:r>
            <a:endParaRPr lang="en-US" sz="324" dirty="0"/>
          </a:p>
        </p:txBody>
      </p:sp>
      <p:sp>
        <p:nvSpPr>
          <p:cNvPr id="20" name="Text 18"/>
          <p:cNvSpPr/>
          <p:nvPr/>
        </p:nvSpPr>
        <p:spPr>
          <a:xfrm>
            <a:off x="1078992" y="42062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any meal you don't like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685800"/>
            <a:ext cx="1691640" cy="3630168"/>
          </a:xfrm>
          <a:prstGeom prst="roundRect">
            <a:avLst>
              <a:gd name="adj" fmla="val 15135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94576" y="1702247"/>
            <a:ext cx="45720" cy="435620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175504" y="1484437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175504" y="1883755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285232" y="804672"/>
            <a:ext cx="1545336" cy="3392424"/>
          </a:xfrm>
          <a:prstGeom prst="roundRect">
            <a:avLst>
              <a:gd name="adj" fmla="val 13018"/>
            </a:avLst>
          </a:prstGeom>
          <a:solidFill>
            <a:srgbClr val="DCFCE7"/>
          </a:solidFill>
          <a:ln/>
        </p:spPr>
      </p:sp>
      <p:sp>
        <p:nvSpPr>
          <p:cNvPr id="26" name="Shape 24"/>
          <p:cNvSpPr/>
          <p:nvPr/>
        </p:nvSpPr>
        <p:spPr>
          <a:xfrm>
            <a:off x="5939028" y="84124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6732" y="4133088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5285232" y="222949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Meal plan list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178040" y="685800"/>
            <a:ext cx="1691640" cy="3630168"/>
          </a:xfrm>
          <a:prstGeom prst="roundRect">
            <a:avLst>
              <a:gd name="adj" fmla="val 15135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60536" y="1702247"/>
            <a:ext cx="45720" cy="435620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1" name="Shape 29"/>
          <p:cNvSpPr/>
          <p:nvPr/>
        </p:nvSpPr>
        <p:spPr>
          <a:xfrm>
            <a:off x="7141464" y="1484437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141464" y="1883755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7251192" y="804672"/>
            <a:ext cx="1545336" cy="3392424"/>
          </a:xfrm>
          <a:prstGeom prst="roundRect">
            <a:avLst>
              <a:gd name="adj" fmla="val 13018"/>
            </a:avLst>
          </a:prstGeom>
          <a:solidFill>
            <a:srgbClr val="DCFCE7"/>
          </a:solidFill>
          <a:ln/>
        </p:spPr>
      </p:sp>
      <p:sp>
        <p:nvSpPr>
          <p:cNvPr id="34" name="Shape 32"/>
          <p:cNvSpPr/>
          <p:nvPr/>
        </p:nvSpPr>
        <p:spPr>
          <a:xfrm>
            <a:off x="7904988" y="84124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35" name="Shape 33"/>
          <p:cNvSpPr/>
          <p:nvPr/>
        </p:nvSpPr>
        <p:spPr>
          <a:xfrm>
            <a:off x="7822692" y="4133088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6" name="Text 34"/>
          <p:cNvSpPr/>
          <p:nvPr/>
        </p:nvSpPr>
        <p:spPr>
          <a:xfrm>
            <a:off x="7251192" y="222949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Recipe detail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PROGRESS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Yourself Transform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actually motivates — real progress you can see and feel.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2402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727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chart your weight over 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1481328"/>
            <a:ext cx="22402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5727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1800" y="204825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2359152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Waist, hips, arms, chest &amp; thighs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22402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455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" y="36210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logged, protein hit, calorie 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3054096"/>
            <a:ext cx="224028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80360" y="31455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971800" y="362102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0" y="393192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consistency with daily tracking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709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feature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685800"/>
            <a:ext cx="1691640" cy="3630168"/>
          </a:xfrm>
          <a:prstGeom prst="roundRect">
            <a:avLst>
              <a:gd name="adj" fmla="val 15135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94576" y="1702247"/>
            <a:ext cx="45720" cy="435620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5504" y="1484437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175504" y="1883755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285232" y="804672"/>
            <a:ext cx="1545336" cy="3392424"/>
          </a:xfrm>
          <a:prstGeom prst="roundRect">
            <a:avLst>
              <a:gd name="adj" fmla="val 13018"/>
            </a:avLst>
          </a:prstGeom>
          <a:solidFill>
            <a:srgbClr val="DCFCE7"/>
          </a:solidFill>
          <a:ln/>
        </p:spPr>
      </p:sp>
      <p:sp>
        <p:nvSpPr>
          <p:cNvPr id="28" name="Shape 26"/>
          <p:cNvSpPr/>
          <p:nvPr/>
        </p:nvSpPr>
        <p:spPr>
          <a:xfrm>
            <a:off x="5939028" y="84124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6732" y="4133088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222949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Weight chart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78040" y="685800"/>
            <a:ext cx="1691640" cy="3630168"/>
          </a:xfrm>
          <a:prstGeom prst="roundRect">
            <a:avLst>
              <a:gd name="adj" fmla="val 15135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54000" dist="762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60536" y="1702247"/>
            <a:ext cx="45720" cy="435620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3" name="Shape 31"/>
          <p:cNvSpPr/>
          <p:nvPr/>
        </p:nvSpPr>
        <p:spPr>
          <a:xfrm>
            <a:off x="7141464" y="1484437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4" name="Shape 32"/>
          <p:cNvSpPr/>
          <p:nvPr/>
        </p:nvSpPr>
        <p:spPr>
          <a:xfrm>
            <a:off x="7141464" y="1883755"/>
            <a:ext cx="45720" cy="326715"/>
          </a:xfrm>
          <a:prstGeom prst="roundRect">
            <a:avLst>
              <a:gd name="adj" fmla="val 40000"/>
            </a:avLst>
          </a:prstGeom>
          <a:solidFill>
            <a:srgbClr val="2C2C2E"/>
          </a:solidFill>
          <a:ln/>
        </p:spPr>
      </p:sp>
      <p:sp>
        <p:nvSpPr>
          <p:cNvPr id="35" name="Shape 33"/>
          <p:cNvSpPr/>
          <p:nvPr/>
        </p:nvSpPr>
        <p:spPr>
          <a:xfrm>
            <a:off x="7251192" y="804672"/>
            <a:ext cx="1545336" cy="3392424"/>
          </a:xfrm>
          <a:prstGeom prst="roundRect">
            <a:avLst>
              <a:gd name="adj" fmla="val 13018"/>
            </a:avLst>
          </a:prstGeom>
          <a:solidFill>
            <a:srgbClr val="DCF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7904988" y="841248"/>
            <a:ext cx="237744" cy="82296"/>
          </a:xfrm>
          <a:prstGeom prst="roundRect">
            <a:avLst>
              <a:gd name="adj" fmla="val 44444"/>
            </a:avLst>
          </a:prstGeom>
          <a:solidFill>
            <a:srgbClr val="1C1C1E"/>
          </a:solidFill>
          <a:ln/>
        </p:spPr>
      </p:sp>
      <p:sp>
        <p:nvSpPr>
          <p:cNvPr id="37" name="Shape 35"/>
          <p:cNvSpPr/>
          <p:nvPr/>
        </p:nvSpPr>
        <p:spPr>
          <a:xfrm>
            <a:off x="7822692" y="4133088"/>
            <a:ext cx="402336" cy="4572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7251192" y="222949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6A34A"/>
                </a:solidFill>
              </a:rPr>
              <a:t>Body measurements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NALI MEMORY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Gets to Know You Over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you chat with Nali, the more personalized her coaching becomes.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2578608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44752"/>
            <a:ext cx="2578608" cy="6400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544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06624"/>
            <a:ext cx="2304288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remembers your conversation while you're actively in the chat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98678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1444752"/>
            <a:ext cx="2578608" cy="299923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444752"/>
            <a:ext cx="2578608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15544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10128" y="202996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23774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memory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706624"/>
            <a:ext cx="2304288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picks up right where you left off — for the past full week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398678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25896" y="1444752"/>
            <a:ext cx="2578608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444752"/>
            <a:ext cx="2578608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6025896" y="15544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17336" y="202996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17336" y="237744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memory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63056" y="2706624"/>
            <a:ext cx="2304288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— Nali always knows your complete journey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17336" y="398678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$29.99/mo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ACCESSIBILITY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With You — On Any Device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is a Progressive Web App. No app store required — install it like a native app in seconds.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578608" cy="3090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2763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📱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651760"/>
            <a:ext cx="566928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24912"/>
            <a:ext cx="2304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Safari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button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463040"/>
            <a:ext cx="2578608" cy="3090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162763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64992" y="2286000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9392" y="2651760"/>
            <a:ext cx="566928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2724912"/>
            <a:ext cx="2304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Menu (⋮)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463040"/>
            <a:ext cx="2578608" cy="3090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9904" y="162763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💻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95744" y="2651760"/>
            <a:ext cx="566928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27064" y="2724912"/>
            <a:ext cx="230428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site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bar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nutritionbynali.com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PRICING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Upgrade when you're ready. Cancel anytime.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2606040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53312"/>
            <a:ext cx="2606040" cy="6400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4475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5564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logging (manual + search)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Nali messages per 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macro tracking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4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4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meal plans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00" dirty="0">
                <a:solidFill>
                  <a:srgbClr val="C4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Nali memory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353312"/>
            <a:ext cx="2606040" cy="299923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53312"/>
            <a:ext cx="26060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44475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175564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22128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4992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64992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Nali messages per day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64992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food logging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meal plan per week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Nali memory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407822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free trial included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16752" y="1353312"/>
            <a:ext cx="2606040" cy="2999232"/>
          </a:xfrm>
          <a:prstGeom prst="rect">
            <a:avLst/>
          </a:prstGeom>
          <a:solidFill>
            <a:srgbClr val="F0FBF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16752" y="1353312"/>
            <a:ext cx="2606040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1" name="Text 29"/>
          <p:cNvSpPr/>
          <p:nvPr/>
        </p:nvSpPr>
        <p:spPr>
          <a:xfrm>
            <a:off x="6108192" y="1444752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08192" y="1755648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08192" y="22128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81344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Standard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1344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Nali messages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81344" y="3072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meal plans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81344" y="3364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list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81344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body tracking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81344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Nali memory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08192" y="407822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free trial included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9456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GETTING STARTED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3 Steps Away from Hitting Your Goals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takes under 5 minutes.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260604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8176" y="1536192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408176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" y="276148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Profile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3218688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height, weight, goals, and food preferences. Nali calculates your personalized macro targets automatically.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89888"/>
            <a:ext cx="260604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4528" y="1536192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10128" y="276148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First Meal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218688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photo, barcode scan, or just tell Nali what you ate. Your log fills in instantly.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16752" y="1389888"/>
            <a:ext cx="260604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536192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16752" y="22128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26480" y="2761488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Nali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53912" y="3218688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— meal ideas, macro breakdowns, progress feedback. Nali is ready when you are.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52928" y="288950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288950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926080"/>
            <a:ext cx="4114800" cy="4114800"/>
          </a:xfrm>
          <a:prstGeom prst="ellipse">
            <a:avLst/>
          </a:prstGeom>
          <a:solidFill>
            <a:srgbClr val="BBF7D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BBF7D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</a:rPr>
              <a:t>PLAYBOOK MEMBERS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Included With Your Membership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a Playbook member, Standard access to Nutrition by Nali is included in your coaching program at no extra charge.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28800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81234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✅</a:t>
            </a:r>
            <a:endParaRPr lang="en-US" sz="324" dirty="0"/>
          </a:p>
        </p:txBody>
      </p:sp>
      <p:sp>
        <p:nvSpPr>
          <p:cNvPr id="9" name="Text 7"/>
          <p:cNvSpPr/>
          <p:nvPr/>
        </p:nvSpPr>
        <p:spPr>
          <a:xfrm>
            <a:off x="1078992" y="184708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Standard plan — activated automatically when you sign 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" y="2395728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37926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🔍</a:t>
            </a:r>
            <a:endParaRPr lang="en-US" sz="324" dirty="0"/>
          </a:p>
        </p:txBody>
      </p:sp>
      <p:sp>
        <p:nvSpPr>
          <p:cNvPr id="12" name="Text 10"/>
          <p:cNvSpPr/>
          <p:nvPr/>
        </p:nvSpPr>
        <p:spPr>
          <a:xfrm>
            <a:off x="1078992" y="241401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 and photo food logging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" y="2962656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294619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📋</a:t>
            </a:r>
            <a:endParaRPr lang="en-US" sz="324" dirty="0"/>
          </a:p>
        </p:txBody>
      </p:sp>
      <p:sp>
        <p:nvSpPr>
          <p:cNvPr id="15" name="Text 13"/>
          <p:cNvSpPr/>
          <p:nvPr/>
        </p:nvSpPr>
        <p:spPr>
          <a:xfrm>
            <a:off x="1078992" y="298094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AI-generated meal plan per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" y="3529584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5131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💬</a:t>
            </a:r>
            <a:endParaRPr lang="en-US" sz="324" dirty="0"/>
          </a:p>
        </p:txBody>
      </p:sp>
      <p:sp>
        <p:nvSpPr>
          <p:cNvPr id="18" name="Text 16"/>
          <p:cNvSpPr/>
          <p:nvPr/>
        </p:nvSpPr>
        <p:spPr>
          <a:xfrm>
            <a:off x="1078992" y="354787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Nali messages per day with 7-day memory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" y="4096512"/>
            <a:ext cx="329184" cy="329184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408005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4" dirty="0">
                <a:solidFill>
                  <a:srgbClr val="000000"/>
                </a:solidFill>
              </a:rPr>
              <a:t>📈</a:t>
            </a:r>
            <a:endParaRPr lang="en-US" sz="324" dirty="0"/>
          </a:p>
        </p:txBody>
      </p:sp>
      <p:sp>
        <p:nvSpPr>
          <p:cNvPr id="21" name="Text 19"/>
          <p:cNvSpPr/>
          <p:nvPr/>
        </p:nvSpPr>
        <p:spPr>
          <a:xfrm>
            <a:off x="1078992" y="41148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macro tracking and full food log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nutritionbynali.com using the same email as your Playbook account.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72F1E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645920"/>
            <a:ext cx="4572000" cy="4572000"/>
          </a:xfrm>
          <a:prstGeom prst="ellipse">
            <a:avLst/>
          </a:prstGeom>
          <a:solidFill>
            <a:srgbClr val="172F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5669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🥗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Hitting Your Goals?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hundreds of women already using Nali to track smarter, eat better, and feel confident in their nutrition.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34640" y="2852928"/>
            <a:ext cx="3474720" cy="6858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2032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8529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Free 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nutritionbynali.com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51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worthfittraining@gmail.com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6A3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by Nali</dc:title>
  <dc:subject>PptxGenJS Presentation</dc:subject>
  <dc:creator>Courtney Worthington</dc:creator>
  <cp:lastModifiedBy>Courtney Worthington</cp:lastModifiedBy>
  <cp:revision>1</cp:revision>
  <dcterms:created xsi:type="dcterms:W3CDTF">2026-04-23T02:27:08Z</dcterms:created>
  <dcterms:modified xsi:type="dcterms:W3CDTF">2026-04-23T02:27:08Z</dcterms:modified>
</cp:coreProperties>
</file>